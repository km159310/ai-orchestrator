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2563EB"/>
                </a:solidFill>
                <a:latin typeface="Calibr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19456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AI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1089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Feature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74903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AI-Powered SDLC Pipeline · ABC Bank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SLIDE 1 OF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What is AI Orchestrator?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An end-to-end, AI-driven SDLC pipeline that takes a plain-text BRD and produces a running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6576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200" y="2153120"/>
            <a:ext cx="35576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2004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Paste or upload a BRD (TXT / MD)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Heuristic NLP extracts requirements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Detects priority, ports, risks, stakeholders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Stack picker: Java / Python / .NET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36576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7680" y="2153120"/>
            <a:ext cx="3557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0428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88920"/>
            <a:ext cx="32004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7 sequential phases with AI agents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Phase agents run one after another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Human sign-off at each gate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Reject with reason · verify · proceed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Auto-advance on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03120"/>
            <a:ext cx="36576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8160" y="2153120"/>
            <a:ext cx="355760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30428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88920"/>
            <a:ext cx="32004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Real running bank app on disk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Multi-port deployment (:3001, :3002)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Login, dashboard, balance, transactions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Jenkins pipeline trigger (or mock)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Generated docs: SRS, API, ERD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Seven AI-driven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Each phase has its own agent crew, hero banner, and human sign-off.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228600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867" y="2286000"/>
            <a:ext cx="1508760" cy="594360"/>
          </a:xfrm>
          <a:prstGeom prst="rect">
            <a:avLst/>
          </a:prstGeom>
          <a:noFill/>
        </p:spPr>
        <p:txBody>
          <a:bodyPr wrap="square" lIns="0" rIns="0" tIns="164592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31339" y="2468880"/>
            <a:ext cx="128016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41067" y="228600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1067" y="2286000"/>
            <a:ext cx="1508760" cy="594360"/>
          </a:xfrm>
          <a:prstGeom prst="rect">
            <a:avLst/>
          </a:prstGeom>
          <a:noFill/>
        </p:spPr>
        <p:txBody>
          <a:bodyPr wrap="square" lIns="0" rIns="0" tIns="164592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31539" y="2468880"/>
            <a:ext cx="128016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1267" y="228600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1267" y="2286000"/>
            <a:ext cx="1508760" cy="594360"/>
          </a:xfrm>
          <a:prstGeom prst="rect">
            <a:avLst/>
          </a:prstGeom>
          <a:noFill/>
        </p:spPr>
        <p:txBody>
          <a:bodyPr wrap="square" lIns="0" rIns="0" tIns="164592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31739" y="2468880"/>
            <a:ext cx="128016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1467" y="228600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1467" y="2286000"/>
            <a:ext cx="1508760" cy="594360"/>
          </a:xfrm>
          <a:prstGeom prst="rect">
            <a:avLst/>
          </a:prstGeom>
          <a:noFill/>
        </p:spPr>
        <p:txBody>
          <a:bodyPr wrap="square" lIns="0" rIns="0" tIns="164592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31939" y="2468880"/>
            <a:ext cx="128016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41667" y="228600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1667" y="2286000"/>
            <a:ext cx="1508760" cy="594360"/>
          </a:xfrm>
          <a:prstGeom prst="rect">
            <a:avLst/>
          </a:prstGeom>
          <a:noFill/>
        </p:spPr>
        <p:txBody>
          <a:bodyPr wrap="square" lIns="0" rIns="0" tIns="164592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32139" y="2468880"/>
            <a:ext cx="128016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41867" y="228600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1867" y="2286000"/>
            <a:ext cx="1508760" cy="594360"/>
          </a:xfrm>
          <a:prstGeom prst="rect">
            <a:avLst/>
          </a:prstGeom>
          <a:noFill/>
        </p:spPr>
        <p:txBody>
          <a:bodyPr wrap="square" lIns="0" rIns="0" tIns="164592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032339" y="2468880"/>
            <a:ext cx="128016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42067" y="228600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2067" y="2286000"/>
            <a:ext cx="1508760" cy="594360"/>
          </a:xfrm>
          <a:prstGeom prst="rect">
            <a:avLst/>
          </a:prstGeom>
          <a:noFill/>
        </p:spPr>
        <p:txBody>
          <a:bodyPr wrap="square" lIns="0" rIns="0" tIns="164592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Calibri"/>
              </a:rPr>
              <a:t>Each phase shows a custom hero banner, an agent grid, an activity stream, and human approval gates.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867" y="4023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BRD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867" y="431596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AI parses &amp; classifies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1067" y="4023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1067" y="431596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C4 + API + ERD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1267" y="4023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891B2"/>
                </a:solidFill>
                <a:latin typeface="Calibri"/>
              </a:rPr>
              <a:t>Real code 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1267" y="431596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writes bank 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1467" y="4023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Multi-port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1467" y="431596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load + UAT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1667" y="4023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Calibri"/>
              </a:rPr>
              <a:t>Hardening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1667" y="431596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SAST + secrets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1867" y="4023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Calibri"/>
              </a:rPr>
              <a:t>Auto 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1867" y="431596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:3001 &amp; :3002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2067" y="4023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Calibri"/>
              </a:rPr>
              <a:t>Close-out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2067" y="431596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post-mortem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PHASE ·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Real AI requirement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Paste your project description — the requirement agent parses it and produces a structured BRD.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200" y="2153120"/>
            <a:ext cx="53864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Heuristic NLP parser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Modal verbs → priority — must / should / nice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Port detection — `port 3001`, `PORT=3001`, `:3001`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Risk count — security keywords (auth, jwt, encrypt, …)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Stakeholder patterns — PO, Eng Lead, QA, Architect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Action verbs — login, register, validate, view, generate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FR-001 … FR-NNN auto-numbering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Works offline — no LLM dependency, no API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7920" y="2153120"/>
            <a:ext cx="53864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Two-step input + 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Paste tab — textarea with live char-count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Upload tab — TXT / MD via FileReader.readAsText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Validate Requirement button kicks off /api/extract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Animated 4-step progress while the API call runs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Extract card — stats, port grid, requirement list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Stakeholders shown as compact pills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Edit input button to re-paste &amp; re-extract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PHASE ·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Project type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After extraction, choose how to deliver — branch from existing repo or scaffold a fresh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200" y="2153120"/>
            <a:ext cx="53864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New project (greenfield)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0292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Three-option tech stack picker: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Java / J2EE — Spring · JPA · Tomcat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Python — FastAPI / Django · pip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.NET — C# · ASP.NET · NuGet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690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200" y="4119080"/>
            <a:ext cx="53864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7024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Existing project (branch)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50292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Auto-creates feature/abc-bank-core branch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PR agent panel appears below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Editable branch name input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Triggers a real Jenkins pipeline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7920" y="2153120"/>
            <a:ext cx="538640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Gating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Run phases stays disabled until choices are made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Helper hints — "↑ Select project type to continue"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Switching project type auto-clears tech stack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Choices persist across the whole pipeline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Activity log records every selection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All choices reset on Hard 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PHASE ·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Real bank app, real running 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When dev-phase agents finish, the orchestrator writes a working ABC Bank app to disk and launches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200" y="2153120"/>
            <a:ext cx="53864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Generated files (sdlc-orchestrator/generated-app/)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index.html — login page (demo / demo123)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dashboard.html — balance + transactions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data.js — users + sample transactions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app.js — auth, render, logout (sessionStorage)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styles.css — light theme matching orchestrator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README.md — run + demo credentials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All files written by /api/generate-app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7920" y="2153120"/>
            <a:ext cx="538640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Multi-port launcher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Launcher panel appears after dev agents complete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:3001 and :3002 buttons — click Launch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POST /api/launch?port=N spawns python -m http.server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Real subprocess.Popen with PID tracking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Click links → opens the real bank app in browser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Stop button kills the subprocess cleanly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Footer in app shows actual port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Jenkins pipeline 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PR agent triggers a real Jenkins build (or a built-in mock when credentials aren't set).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200" y="2153120"/>
            <a:ext cx="53864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Real Jenkins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JENKINS_URL / USER / TOKEN env vars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POST /job/&lt;job&gt;/buildWithParameters?BRANCH=…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HTTP Basic auth headers sent server-side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Polls every 2.5s — queue → build number → stages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Pipeline Stage View plugin → live stage colors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"View in Jenkins" link to the build page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Detected real Jenkins 2.529 on :8080 in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7920" y="2153120"/>
            <a:ext cx="53864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Auto-mock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No creds set → mock kicks in automatically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5 stages: Checkout SCM → Build → Test → Deploy → Notify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~2.5s per stage · brief queued phase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Same UI / same polling / same code path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Amber MOCK badge on the build footer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"View in Jenkins" link hidden for mock URLs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Lets the full demo run without any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Sign-off, reject reason &amp;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Human gates between every phase — with auditable rejection trail.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200" y="2153120"/>
            <a:ext cx="53864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Stakeholder sign-off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Multiple approvers per phase (PO, Eng, QA, Security)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Each reviewer signs independently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Comments shown inline after approval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Approve &amp; advance unlocks only when all signed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Auto-advances to the next phase on approval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Activity log records every signature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7920" y="2153120"/>
            <a:ext cx="538640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Reject → reason → verify → proceed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Click Reject → inline textarea for reason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Confirm rejection stores reason in state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Rejected banner shows the reason text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☐ "Reason addressed" verification checkbox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Run phases / Back to &lt;prev&gt; disabled until checked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Approval auto-clears the rejection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Real-time activity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Every action — agent start, approval, rejection, build status — appears in the live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200" y="2153120"/>
            <a:ext cx="53864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What gets logged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Phase transitions (active → running → pending → done)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Each AI agent's stream lines as they execute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Stakeholder signatures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Rejection reasons + verification toggles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BRD extraction counts (requirements, ports, risks)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Bank app generation + launch / stop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Jenkins build queue + stage +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7920" y="2153120"/>
            <a:ext cx="538640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Log entry 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88920"/>
            <a:ext cx="50292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Timestamps in monospace (JetBrains Mono)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Severity tags: INFO · SUCCESS · WARN · DANGER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Color-coded pills per severity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Newest entries on top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200-entry rolling window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Survives phase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Phase-specific visual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Each phase opens with its own gradient hero banner — instant context for where you are in the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47120" cy="5029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0760" y="2194560"/>
            <a:ext cx="5623560" cy="50292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1247120" cy="50292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0760" y="2743200"/>
            <a:ext cx="5623560" cy="5029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11247120" cy="50292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0760" y="3291840"/>
            <a:ext cx="5623560" cy="5029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107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50292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3840480"/>
            <a:ext cx="5623560" cy="50292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593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11247120" cy="5029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80760" y="4389120"/>
            <a:ext cx="5623560" cy="50292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079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11247120" cy="5029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80760" y="4937760"/>
            <a:ext cx="5623560" cy="5029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86400"/>
            <a:ext cx="11247120" cy="502920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80760" y="5486400"/>
            <a:ext cx="5623560" cy="50292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052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Two interoperable frontends + one minimal Python backend + Jenkins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200" y="2153120"/>
            <a:ext cx="35576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Frontend — vanilla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2004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HTML5 + CSS3 (10 modular stylesheets)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Vanilla JS — ES6+ IIFE modules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Tabler Icons webfont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Inter + JetBrains Mono fonts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No build step — pure script tags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Served by Python http.server at :3000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7680" y="2153120"/>
            <a:ext cx="3557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0428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Frontend — Next.js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88920"/>
            <a:ext cx="32004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Next.js 15 (App Router)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React 19 client components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TypeScript 5.7 (strict mode)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Zustand 5 — single store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Custom useAgentRunner hook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Hot-reloads at :3030 · proxies /api/* to :3000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0312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8160" y="2153120"/>
            <a:ext cx="355760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30428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Backend &amp; 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88920"/>
            <a:ext cx="32004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Python 3.13 — stdlib only, no pip deps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http.server + ThreadingTCPServer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subprocess.Popen for bank app launches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urllib + Basic auth → Jenkins REST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Heuristic NLP via re (regex)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475569"/>
                </a:solidFill>
                <a:latin typeface="Calibri"/>
              </a:rPr>
              <a:t>• Real Jenkins 2.529 + auto-mock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Browser → Next.js (proxies /api/*) → Python backend → real subprocesses + Jenkins.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2011680" cy="5943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077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Vanilla orchestrator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606040"/>
            <a:ext cx="2011680" cy="59436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670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:3030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077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Next.js 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606040"/>
            <a:ext cx="2011680" cy="5943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670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:3001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9077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ABC Bank instance #1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199" y="2606040"/>
            <a:ext cx="2011680" cy="5943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9" y="2670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:3002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9" y="29077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ABC Bank instance #2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606040"/>
            <a:ext cx="2011680" cy="5943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670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:8080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077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Jenkins (or mock)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371600" y="3566160"/>
            <a:ext cx="36576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3566160" y="3566160"/>
            <a:ext cx="36576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11480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51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PYTHON BACKEND  ·  server.py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72000"/>
            <a:ext cx="2560320" cy="64008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7365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onsolas"/>
              </a:rPr>
              <a:t>/api/extract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4572000"/>
            <a:ext cx="2560320" cy="64008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47365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onsolas"/>
              </a:rPr>
              <a:t>/api/generate-app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572000"/>
            <a:ext cx="2560320" cy="64008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7365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onsolas"/>
              </a:rPr>
              <a:t>/api/launch + /stop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4572000"/>
            <a:ext cx="2560320" cy="64008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9525">
            <a:solidFill>
              <a:srgbClr val="E5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7365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onsolas"/>
              </a:rPr>
              <a:t>/api/jenkins/*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</a:rPr>
              <a:t>Same backend serves both frontends · subprocess.Popen owns the bank-app instances · Jenkins is optional (mock auto-fallback)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Two PowerShell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Python backend + Next.js dev server. Optional Jenkins env vars otherwise it mocks.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Terminal 1 — Python backend (:3000)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cd sdlc-orchestrator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python server.py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Terminal 2 — Next.js dev server (:3030)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146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cd sdlc-orchestrator-next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npm run 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Optional — connect to real Jenkins (otherwise mock runs automatically)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1772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$env:JENKINS_USER  = "&lt;your-username&gt;"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$env:JENKINS_TOKEN = "&lt;your-api-token&gt;"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$env:JENKINS_JOB   = "abc-bank"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AI Orchestrator — Feature Overview · ABC Bank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AI Orchestrator · AI-Powered SDLC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